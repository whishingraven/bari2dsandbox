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Construction by Local Rules (10 Modules)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at the edge → climb on, join and extend → reach the far bank → reinforce into a levee-like, stable 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13832" cy="2514600"/>
          </a:xfrm>
          <a:prstGeom prst="roundRect">
            <a:avLst>
              <a:gd name="adj" fmla="val 2909"/>
            </a:avLst>
          </a:prstGeom>
          <a:solidFill>
            <a:srgbClr val="F8F9FB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44168"/>
            <a:ext cx="310896" cy="310896"/>
          </a:xfrm>
          <a:prstGeom prst="ellipse">
            <a:avLst/>
          </a:prstGeom>
          <a:solidFill>
            <a:srgbClr val="2B2F36"/>
          </a:solidFill>
          <a:ln>
            <a:solidFill>
              <a:srgbClr val="2B2F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3350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module anchors at the edge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70832" y="13350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 in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1828800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9280" y="2999232"/>
            <a:ext cx="1388872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1060" y="284378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0328" y="2948940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9780" y="284378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BFE3B8"/>
          </a:solidFill>
          <a:ln w="12700">
            <a:solidFill>
              <a:srgbClr val="3E9A4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1512" y="2976372"/>
            <a:ext cx="64008" cy="64008"/>
          </a:xfrm>
          <a:prstGeom prst="ellipse">
            <a:avLst/>
          </a:prstGeom>
          <a:solidFill>
            <a:srgbClr val="3E9A4E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2116" y="2976372"/>
            <a:ext cx="64008" cy="64008"/>
          </a:xfrm>
          <a:prstGeom prst="ellipse">
            <a:avLst/>
          </a:prstGeom>
          <a:solidFill>
            <a:srgbClr val="3E9A4E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42720" y="2976372"/>
            <a:ext cx="64008" cy="64008"/>
          </a:xfrm>
          <a:prstGeom prst="ellipse">
            <a:avLst/>
          </a:prstGeom>
          <a:solidFill>
            <a:srgbClr val="3E9A4E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820" y="2670048"/>
            <a:ext cx="772160" cy="0"/>
          </a:xfrm>
          <a:prstGeom prst="line">
            <a:avLst/>
          </a:prstGeom>
          <a:noFill/>
          <a:ln w="25400">
            <a:solidFill>
              <a:srgbClr val="2E9E4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79780" y="2249424"/>
            <a:ext cx="868680" cy="219456"/>
          </a:xfrm>
          <a:prstGeom prst="rect">
            <a:avLst/>
          </a:prstGeom>
          <a:solidFill>
            <a:srgbClr val="E6F4E3"/>
          </a:solidFill>
          <a:ln w="9525">
            <a:solidFill>
              <a:srgbClr val="3E9A4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 waiting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5513832" cy="2514600"/>
          </a:xfrm>
          <a:prstGeom prst="roundRect">
            <a:avLst>
              <a:gd name="adj" fmla="val 2909"/>
            </a:avLst>
          </a:prstGeom>
          <a:solidFill>
            <a:srgbClr val="F8F9FB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1344168"/>
            <a:ext cx="310896" cy="310896"/>
          </a:xfrm>
          <a:prstGeom prst="ellipse">
            <a:avLst/>
          </a:prstGeom>
          <a:solidFill>
            <a:srgbClr val="2B2F36"/>
          </a:solidFill>
          <a:ln>
            <a:solidFill>
              <a:srgbClr val="2B2F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13350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module climbs on and extends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131552" y="13350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 in structure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999232"/>
            <a:ext cx="1828800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0" y="2999232"/>
            <a:ext cx="1388872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91780" y="284378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760460" y="284378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1048" y="2948940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10168" y="287121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 rot="-540000">
            <a:off x="7264400" y="27523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BFE3B8"/>
          </a:solidFill>
          <a:ln w="12700">
            <a:solidFill>
              <a:srgbClr val="3E9A4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V="1">
            <a:off x="7631176" y="2432304"/>
            <a:ext cx="550164" cy="109728"/>
          </a:xfrm>
          <a:prstGeom prst="line">
            <a:avLst/>
          </a:prstGeom>
          <a:noFill/>
          <a:ln w="25400">
            <a:solidFill>
              <a:srgbClr val="2E9E4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808720" y="2542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as a cantilever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540500" y="2249424"/>
            <a:ext cx="868680" cy="219456"/>
          </a:xfrm>
          <a:prstGeom prst="rect">
            <a:avLst/>
          </a:prstGeom>
          <a:solidFill>
            <a:srgbClr val="E6F4E3"/>
          </a:solidFill>
          <a:ln w="9525">
            <a:solidFill>
              <a:srgbClr val="3E9A4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waiting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5513832" cy="2514600"/>
          </a:xfrm>
          <a:prstGeom prst="roundRect">
            <a:avLst>
              <a:gd name="adj" fmla="val 2909"/>
            </a:avLst>
          </a:prstGeom>
          <a:solidFill>
            <a:srgbClr val="F8F9FB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3995928"/>
            <a:ext cx="310896" cy="310896"/>
          </a:xfrm>
          <a:prstGeom prst="ellipse">
            <a:avLst/>
          </a:prstGeom>
          <a:solidFill>
            <a:srgbClr val="2B2F36"/>
          </a:solidFill>
          <a:ln>
            <a:solidFill>
              <a:srgbClr val="2B2F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3986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the far bank completes the deck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370832" y="3986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 in structure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650992"/>
            <a:ext cx="1828800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99280" y="5650992"/>
            <a:ext cx="1388872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106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99974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86842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70328" y="5600700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49448" y="552297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18128" y="552297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26204" y="5600700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978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BFE3B8"/>
          </a:solidFill>
          <a:ln w="12700">
            <a:solidFill>
              <a:srgbClr val="3E9A4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1512" y="5628132"/>
            <a:ext cx="64008" cy="64008"/>
          </a:xfrm>
          <a:prstGeom prst="ellipse">
            <a:avLst/>
          </a:prstGeom>
          <a:solidFill>
            <a:srgbClr val="3E9A4E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82116" y="5628132"/>
            <a:ext cx="64008" cy="64008"/>
          </a:xfrm>
          <a:prstGeom prst="ellipse">
            <a:avLst/>
          </a:prstGeom>
          <a:solidFill>
            <a:srgbClr val="3E9A4E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42720" y="5628132"/>
            <a:ext cx="64008" cy="64008"/>
          </a:xfrm>
          <a:prstGeom prst="ellipse">
            <a:avLst/>
          </a:prstGeom>
          <a:solidFill>
            <a:srgbClr val="3E9A4E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2820" y="5321808"/>
            <a:ext cx="772160" cy="0"/>
          </a:xfrm>
          <a:prstGeom prst="line">
            <a:avLst/>
          </a:prstGeom>
          <a:noFill/>
          <a:ln w="25400">
            <a:solidFill>
              <a:srgbClr val="2E9E4F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779780" y="4901184"/>
            <a:ext cx="868680" cy="219456"/>
          </a:xfrm>
          <a:prstGeom prst="rect">
            <a:avLst/>
          </a:prstGeom>
          <a:solidFill>
            <a:srgbClr val="E6F4E3"/>
          </a:solidFill>
          <a:ln w="9525">
            <a:solidFill>
              <a:srgbClr val="3E9A4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waiting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17920" y="3840480"/>
            <a:ext cx="5513832" cy="2514600"/>
          </a:xfrm>
          <a:prstGeom prst="roundRect">
            <a:avLst>
              <a:gd name="adj" fmla="val 2909"/>
            </a:avLst>
          </a:prstGeom>
          <a:solidFill>
            <a:srgbClr val="F8F9FB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82512" y="3995928"/>
            <a:ext cx="310896" cy="310896"/>
          </a:xfrm>
          <a:prstGeom prst="ellipse">
            <a:avLst/>
          </a:prstGeom>
          <a:solidFill>
            <a:srgbClr val="2B2F36"/>
          </a:solidFill>
          <a:ln>
            <a:solidFill>
              <a:srgbClr val="2B2F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784848" y="3986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modules reinforce the deck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131552" y="3986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 in structure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5650992"/>
            <a:ext cx="1828800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60000" y="5650992"/>
            <a:ext cx="1388872" cy="429768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02310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89178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76046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962914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0497820" y="5495544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457440" y="5326380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326120" y="5326380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9194800" y="5326380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0063480" y="5326380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8760460" y="5157216"/>
            <a:ext cx="868680" cy="155448"/>
          </a:xfrm>
          <a:prstGeom prst="roundRect">
            <a:avLst>
              <a:gd name="adj" fmla="val 29412"/>
            </a:avLst>
          </a:prstGeom>
          <a:solidFill>
            <a:srgbClr val="3F7FC4"/>
          </a:solidFill>
          <a:ln w="12700">
            <a:solidFill>
              <a:srgbClr val="2C5F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841488" y="552297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10168" y="552297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78848" y="552297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47528" y="5522976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75828" y="5353812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508" y="5353812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013188" y="5353812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1048" y="5600700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186924" y="5600700"/>
            <a:ext cx="100584" cy="100584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149840" y="4754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staggered layers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every joint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6492240" y="5084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base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both banks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7200" y="6528816"/>
            <a:ext cx="274320" cy="109728"/>
          </a:xfrm>
          <a:prstGeom prst="roundRect">
            <a:avLst>
              <a:gd name="adj" fmla="val 25000"/>
            </a:avLst>
          </a:prstGeom>
          <a:solidFill>
            <a:srgbClr val="3F7FC4"/>
          </a:solidFill>
          <a:ln w="12700">
            <a:solidFill>
              <a:srgbClr val="2C5F9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04672" y="6483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module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057400" y="6528816"/>
            <a:ext cx="274320" cy="109728"/>
          </a:xfrm>
          <a:prstGeom prst="roundRect">
            <a:avLst>
              <a:gd name="adj" fmla="val 25000"/>
            </a:avLst>
          </a:prstGeom>
          <a:solidFill>
            <a:srgbClr val="BFE3B8"/>
          </a:solidFill>
          <a:ln w="12700">
            <a:solidFill>
              <a:srgbClr val="3E9A4E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404872" y="6483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module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456432" y="6542532"/>
            <a:ext cx="82296" cy="82296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11880" y="6483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7589520" y="6483096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side view; not a simulation result.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Construction by Local Rules</dc:title>
  <dc:subject>PptxGenJS Presentation</dc:subject>
  <dc:creator>PptxGenJS</dc:creator>
  <cp:lastModifiedBy>PptxGenJS</cp:lastModifiedBy>
  <cp:revision>1</cp:revision>
  <dcterms:created xsi:type="dcterms:W3CDTF">2026-09-29T03:10:42Z</dcterms:created>
  <dcterms:modified xsi:type="dcterms:W3CDTF">2026-09-29T03:10:42Z</dcterms:modified>
</cp:coreProperties>
</file>